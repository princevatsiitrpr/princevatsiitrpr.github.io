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81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0557-E74F-9D83-9301-D292FD774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1BB66-3064-E0B3-FC29-7B1AC5043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4203C-46D7-0566-8C51-6CD113E3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3236F-81FC-A94F-7257-FA84E547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194E0-BD9F-F9D7-33AF-F9E31B1E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223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A97A-0241-72BF-957D-6D31BB6A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ABEA2-CF4B-0656-D661-1B58546B0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6D030-8259-29F5-7097-8955345C6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D10D3-5AE9-53F3-D765-BB3FA0F3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26715-566F-B127-E81B-08E5CD1B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17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9C5E-9787-CD80-7C08-15211A95E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61535-44A5-C521-7D54-C65BD7D32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2249D-0AEB-C13C-177B-2C8D8001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E7EAC-9637-50D6-87DA-6B3E427B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B134C-BC39-F53B-7D61-041A2E90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15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2AAF0-B04F-B40D-F650-B0A5F280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BD515-80AA-10CE-198A-817B873E9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463B7-AED5-484A-9B6B-D0F3F1CEF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668B6-03F3-0611-C2A1-2F6B1C96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BD650-C69A-8B1B-ABED-7C1A9B19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C1860-4AAA-A2E1-07FD-8314EA614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06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2809-72A8-2528-106C-E4AEAEA8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5178B-7BEB-6A2A-4CFA-51C613BC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8B34-9728-EC2D-B63A-68C5AC4AA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D7E8C-FD4E-D26E-7322-A7E72A1FF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5A542-D72F-B230-45C2-8D383B6D4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0FCA2-0BC3-3A3D-9B10-F41D256D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3E6FF-1F9A-552D-8A08-80C550FA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54864-F8B9-18F7-EBA3-5187A779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0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62DD-A262-42FB-4F9D-08EBFF0B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C8AA1-3701-0DFE-4183-9AA3E938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C6C94-1035-851C-1393-B5A97694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6A935-86ED-A902-82A2-CAA7DF69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718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2D993-9CE0-ADE6-1EEF-473B514B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52FDC-5B7E-FE77-519F-CEE6C5A4D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5C6A0-C42B-D9D9-F89C-F4BF4CA8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79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77830-FB54-858E-1A7F-768ACB02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4E3AD-2F60-7AB6-1AAD-141EB401C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F8DE8-1DA3-1DA5-1C78-6DC5D879B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48F5D-0B5E-040A-9CDD-219B80C8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8A66D-7247-FDBF-BC72-7CCF0C98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2069E-807B-76A3-325C-D8D7E666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45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8531-DBC2-9304-ED6A-B08FAF43F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4827B-1C3A-7DDF-E0FF-993E3413D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0A85F-681F-CD5D-A351-9C7F1F839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8FCAD-8840-F9E5-966E-5F01D4B4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85387-2A2E-54F5-E3F5-8C580A84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7E09A-258D-64E2-D351-DD8DE535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45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E054-C8A4-2DC9-FD94-7F112A0B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6B6DB-D85E-33B4-6ABD-4C582601F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03D91-9F47-CB5D-9BE4-14E5A6DD6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655B0-1E70-D141-3830-2A12FEFA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0B49B-9AC8-3ED3-E005-2212DDE0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14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1AE80-8AD7-9DA2-2BB9-131A9919B0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F7AB4-FE11-47CF-FC9B-6254D1288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4F1CF-15FC-FA2A-4695-5E72D3AD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82EBE-F556-DDEE-AB84-1DD59C3C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C2FF7-B562-9975-BDC6-49052541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88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C5D5B7-7FFA-7258-A10B-A2143B587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993EF-BB07-19DE-2FB1-73D38F1E7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DC438-6EF8-DB9E-D978-344B0DEEB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65775-C804-461B-A8ED-7F1E71BEB6B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7EC50-E545-D706-1A69-D726D2F47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59733-8564-E73F-4CC3-702CDE116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DF22D-95F3-41D5-A495-20B68095C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1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0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9000" b="-6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F09C3-ECCC-9A9C-8385-5E3D00BD1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289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0C5DD-678F-F0FA-C67A-ED40D924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51DA8-6E75-C5C9-F890-89D095E9B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9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E9500-077F-0F76-340E-E8F3C44C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E34B62-3D52-D2B1-B389-B39CD374B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2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Vats 24310046</dc:creator>
  <cp:lastModifiedBy>Prince Vats 24310046</cp:lastModifiedBy>
  <cp:revision>1</cp:revision>
  <dcterms:created xsi:type="dcterms:W3CDTF">2025-12-29T13:51:04Z</dcterms:created>
  <dcterms:modified xsi:type="dcterms:W3CDTF">2025-12-29T13:56:36Z</dcterms:modified>
</cp:coreProperties>
</file>